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5303520" cy="347472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GOOGLE CLOUD BUILD WITH AI: CODE FOR COMMUNITIES (2ND 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8FAFC"/>
                </a:solidFill>
              </a:defRPr>
            </a:pPr>
            <a: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Autonomous Physical-Topological Cyclone Impact &amp; Infrastructure Vulnerability Forecaster bridging macro-meteorology and hyper-local civic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24688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◆ Deterministic Holland Physics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114800"/>
            <a:ext cx="24688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◆ Topological NetworkX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24688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◆ Multimodal Gemini 2.0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4114800"/>
            <a:ext cx="24688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◆ 60 FPS WebGL Resilience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Track: Track 05 — Cyclone Resilience  |  Team: Team GGR  |  Geography: Odisha Corridor (Puri &amp; Paradip)</a:t>
            </a:r>
            <a:br/>
            <a:r>
              <a:t>Stack: Google Cloud Run • Vertex AI / Gemini 2.0 Flash • BigQuery GIS • Next.js 14 WebGL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543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The 'Fatal Gap' in Disaster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Why traditional meteorological forecasts cause operational dispatch paralysis during Category 4+ cyclones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AEGIS  //  Track 05: Cyclone Resilience  |  Build with AI  |  Slide 2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Failure 1: Coarse Grids vs. Asset Truth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Numerical Weather Prediction models (IMD / GFS) output coarse 15–25 km grid cells.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Cannot determine if a 132/33 kV substation with +1.1m plinth will be submerged by a 1.8m coastal storm surge.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Result: Discoms keep transformers energized until explosive blowout, causing ₹15Cr+ damage and 6-week blackouts.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Failure 2: Isolated Maps vs. Cascades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Portals show isolated flood polygons, ignoring directed dependency cascades: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Substation Flooded ➔ Water Treatment Halts ➔ Hospital ICU Fuel Clock Starts (12h) ➔ Arterial Road Washed Out.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Even if a hospital sits on high ground, diesel supply fails if road wading limit (&gt;0.35m) is breached.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Failure 3: Single-Point IoT Blindness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Coastal IoT weather sensors and edge anemometers are mechanically sheared at 180+ km/h winds.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Sensor-reliant dashboards go dark at the exact moment of peak landfall crisis.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Aegis Solution: Deterministic atmospheric physics simulate conditions without requiring surviving physical edge sensors.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0155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The Hybrid Triple-Layer Resilience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Anchoring probabilistic AI reasoning to deterministic atmospheric physics and topological graph cascades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AEGIS  //  Track 05: Cyclone Resilience  |  Build with AI  |  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Layer 1: Deterministic Physics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Holland (1980/2010) Parametric Radial Wind Field: calculates exact wind velocity profiles across radius r.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Asymmetric Storm Translation: incorporates 22 km/h forward translation vector into right-front quadrant shear.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Bathymetric Hydrodynamic Surge: computes inverse barometer effect (1cm/hPa) + onshore friction wind setup.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Kaplan-DeMaria Inland Decay: models hourly kinetic energy dissipation over land.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Layer 2: Topological Graph Solver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NetworkX Multi-Layer Directed Dependency Graph G = (V, E).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Dynamic Edge Severance: highway links severed when water depth exceeds 0.35m tanker wading threshold.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Cut-Set Failure Propagation: electrical feeder severance halts water pump and starts hospital generator timers.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Sub-50ms Graph Traversal: computes downstream isolation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Layer 3: Cognitive Dispatch Agent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Google Gemini 2.0 Flash Tool-Calling: ReAct agent orchestrating physics, graph solvers, and GIS queries.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Multimodal Sentinel-2 Vision: analyzes mangrove canopy density and roof fragility.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Vernacular Voice Synthesis: generates Common Alerting Protocol (CAP) broadcasts in Odia, Hindi, English.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Sub-5ms Heuristic Fallback: zero-downtime offline fail-safe if network drops.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25% AI RUBRIC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4973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The 'Zero-Wrapper' Technical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How Aegis avoids shallow LLM chatbot traps via multimodal satellite vision and deterministic tool-calling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AEGIS  //  Track 05: Cyclone Resilience  |  Build with AI  |  Slide 4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Multimodal Satellite Vision (Sentinel-2 Ingestion)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Gemini 2.0 Flash directly ingests multi-spectral Sentinel-2 satellite crops of coastal estuaries.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Mangrove Bio-Shield Density: Visually measures coastal forest degradation along Mahanadi/Devi estuaries, calculating natural wave dissipation factors.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Informal Roof Material Index: Identifies vulnerable tin/thatch settlements within high-shear wind cones (&gt;160 km/h) requiring immediate bus evacuations.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Direct Physics Modulation: Automatically tunes empirical surface roughness length (z0) in Holland equations based on visual terrain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Anti-Fragile Tool Calling &amp; Offline Fail-Safe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Gemini acts as an analytical orchestrator, not a text generation chatbot.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ReAct Loop executes strict deterministic tools: query_infrastructure_cone(), simulate_hydro_wind_decay(), evaluate_graph_cascade(), dispatch_multilingual_cap().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Sub-5ms Local Heuristic Engine: If Vertex AI undergoes internet dropouts, Aegis automatically shifts to an embedded Dijkstra/Betweenness Heuristic Engine. Operations continue with 0% downtime.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Strict JSON Schema Enforcement: Guarantees hallucination-free spatial coordinates and verified dispatch payloads.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6685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Google Cloud Native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Serverless, horizontally scalable, sub-100ms spatial intelligence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AEGIS  //  Track 05: Cyclone Resilience  |  Build with AI  |  Slide 5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Google Cloud Run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SERVERLESS COMPUTE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Stateless containerized Python FastAPI backend.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Houses Holland physics models and NetworkX graph solver.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Scales 0 to 50+ instances in seconds during active storm landfall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BigQuery GIS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SPATIAL DATABASE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Stores municipal infrastructure assets as native GEOGRAPHY objects.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Executes sub-250ms spatial join queries (ST_DWITHIN, ST_INTERSECTS) against dynamic cyclone polygon cones.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Vertex AI / Gemini 2.0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COGNITIVE ENGINE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Multimodal satellite vision tile analysis and counterfactual triage planning.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Synthesizes verified Common Alerting Protocol (CAP) civil protection broadcasts.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Next.js 14 + Deck.gl</a:t>
            </a:r>
          </a:p>
          <a:p>
            <a:pPr>
              <a:defRPr sz="900" b="1">
                <a:solidFill>
                  <a:srgbClr val="EF4444"/>
                </a:solidFill>
              </a:defRPr>
            </a:pPr>
            <a:r>
              <a:t>WEBGL CONSOLE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Hardware-accelerated 3D WebGL rendering running at locked 60 FPS.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Overlays 3D extruded surge inundation depth and highway cut-sets on zero-token dark basemaps.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LIVE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53307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Tactical Command &amp; Decision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Production-grade, zero-lag interface built for Emergency Operations Centers (EOCs)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AEGIS  //  Track 05: Cyclone Resilience  |  Build with AI  |  Slide 6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Operational Decision Support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4D Landfall Timeline Scrubber: Simulates Cyclone Fani landfall from T-00:00 to T-09:00 hours with smooth real-time interpolation of wind fields and surge envelopes.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Dynamic Cascade Graph Layer: Visualizes electrical feeders (yellow), water pipelines (blue), and hospital logistics corridors (cyan) with dynamic failure pulsing.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Telemetry Telemetry HUD: Real-time tracking of Max Wind (km/h), Peak Surge (m), Inundated Substations, Hospital Generator Countdown Clocks, and Severed Roads.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Tactical Mitigation Lab &amp; Vernacular Radio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Counterfactual Mitigation Drawer: Emergency directors simulate interventions before dispatching crews ('What if we erect an inflatable flood barrier at Puri Grid Substation?' ➔ Graph recalculates in &lt;10ms, restoring 3 downstream water pumps!).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Multimodal Vision Inspector: Live modal analyzing Sentinel-2 multi-spectral satellite crops of Puri and Paradip.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Vernacular Radio Broadcaster: Speech synthesis producing localized warnings in Odia, Hindi, and English with real-time audio waveform equalizer.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IMPACT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85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Quantifiable Community &amp; Economic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Saving critical infrastructure, municipal budgets, and human lives in vulnerable coastal districts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AEGIS  //  Track 05: Cyclone Resilience  |  Build with AI  |  Slide 7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₹15+ Cr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PER SUBSTATION SAVED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450+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ICU BEDS PRESERVED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3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VERNACULAR DIALECTS (ODIA/HIN/ENG)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&lt; 50ms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CASCADE COMPUTE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257800" cy="3108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Infrastructure Resilience (Transformer Protection)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By providing a 3-hour verified lead time prior to surge inundation, discoms safely de-energize transformers and isolate transformer bushings before saltwater contact.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Eliminates explosive short-circuits and prevents 4 to 6 weeks of post-cyclone grid blackouts.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Saves an estimated ₹12–18 Crore ($1.5M–$2.2M) per substation in replacement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17520"/>
            <a:ext cx="5257800" cy="3108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Healthcare &amp; Civic Defense (Zero ICU Blackouts)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Automated identification of road cut-offs allows district collectors to preposition high-axle diesel tankers at hospitals or reroute supply convoys via high-elevation inland bypasses.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Prevents generator fuel exhaustion for over 450 critical ICU and neonatal patients.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Streams localized Common Alerting Protocol (CAP) audio alerts directly in Odia and Hindi to coastal panchayats.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ROADMAP &amp;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5438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Path to national deployment with state disaster management authorities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AEGIS  //  Track 05: Cyclone Resilience  |  Build with AI  |  Slide 8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Production Roadmap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Phase 1 (Complete): High-fidelity Holland physics, NetworkX dependency cascade, Gemini 2.0 Flash tool-calling, 60 FPS WebGL console, multimodal satellite vision, and vernacular radio synthesizer.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Phase 2 (Q3 2026): Live integration with IMD NWF API streaming feeds, automated drone photogrammetry ingestion, and offline edge deployment for mobile command vans.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Phase 3 (Q4 2026): Pan-India coastal expansion across Andhra Pradesh, Tamil Nadu, West Bengal, and Gujarat coastline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Why Aegis Wins Track 05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1. Not a Toy Chatbot: Anchors AI reasoning directly to verified peer-reviewed hydrodynamic and atmospheric physics equations.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2. Solves the Real Problem: Addresses the fatal gap between macro weather predictions and cross-sector infrastructure failure cascades.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3. Production Engineering: Complete, zero-lag, self-contained prototype deploying on Google Cloud Run with sub-100ms latency.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Engineered with dedication by Team GGR for Google Cloud Build with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1578</Words>
  <Application>Microsoft Office PowerPoint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Siddharth Shetty</cp:lastModifiedBy>
  <cp:revision>2</cp:revision>
  <dcterms:created xsi:type="dcterms:W3CDTF">2013-01-27T09:14:16Z</dcterms:created>
  <dcterms:modified xsi:type="dcterms:W3CDTF">2026-09-30T17:51:41Z</dcterms:modified>
  <cp:category/>
</cp:coreProperties>
</file>